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5759450" cx="3240075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5Eic+5Oq91RuZ9GViJyxZDICO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43007" y="942577"/>
            <a:ext cx="2754075" cy="20051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6"/>
              <a:buFont typeface="Play"/>
              <a:buNone/>
              <a:defRPr sz="212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05011" y="3025045"/>
            <a:ext cx="2430066" cy="1390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1pPr>
            <a:lvl2pPr lvl="1" algn="ctr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709"/>
              <a:buNone/>
              <a:defRPr sz="709"/>
            </a:lvl2pPr>
            <a:lvl3pPr lvl="2" algn="ctr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638"/>
            </a:lvl3pPr>
            <a:lvl4pPr lvl="3" algn="ctr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sz="567"/>
            </a:lvl4pPr>
            <a:lvl5pPr lvl="4" algn="ctr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sz="567"/>
            </a:lvl5pPr>
            <a:lvl6pPr lvl="5" algn="ctr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sz="567"/>
            </a:lvl6pPr>
            <a:lvl7pPr lvl="6" algn="ctr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sz="567"/>
            </a:lvl7pPr>
            <a:lvl8pPr lvl="7" algn="ctr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sz="567"/>
            </a:lvl8pPr>
            <a:lvl9pPr lvl="8" algn="ctr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sz="567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222756" y="306639"/>
            <a:ext cx="2794576" cy="1113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22756" y="1533187"/>
            <a:ext cx="2794576" cy="365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21069" y="1435864"/>
            <a:ext cx="2794576" cy="23957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6"/>
              <a:buFont typeface="Play"/>
              <a:buNone/>
              <a:defRPr sz="212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221069" y="3854300"/>
            <a:ext cx="2794576" cy="125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rgbClr val="757575"/>
              </a:buClr>
              <a:buSzPts val="850"/>
              <a:buNone/>
              <a:defRPr sz="85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rgbClr val="757575"/>
              </a:buClr>
              <a:buSzPts val="709"/>
              <a:buNone/>
              <a:defRPr sz="709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rgbClr val="757575"/>
              </a:buClr>
              <a:buSzPts val="638"/>
              <a:buNone/>
              <a:defRPr sz="638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rgbClr val="757575"/>
              </a:buClr>
              <a:buSzPts val="567"/>
              <a:buNone/>
              <a:defRPr sz="567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rgbClr val="757575"/>
              </a:buClr>
              <a:buSzPts val="567"/>
              <a:buNone/>
              <a:defRPr sz="567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rgbClr val="757575"/>
              </a:buClr>
              <a:buSzPts val="567"/>
              <a:buNone/>
              <a:defRPr sz="567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rgbClr val="757575"/>
              </a:buClr>
              <a:buSzPts val="567"/>
              <a:buNone/>
              <a:defRPr sz="567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rgbClr val="757575"/>
              </a:buClr>
              <a:buSzPts val="567"/>
              <a:buNone/>
              <a:defRPr sz="567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rgbClr val="757575"/>
              </a:buClr>
              <a:buSzPts val="567"/>
              <a:buNone/>
              <a:defRPr sz="567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222756" y="306639"/>
            <a:ext cx="2794576" cy="1113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222756" y="1533187"/>
            <a:ext cx="1377037" cy="365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1640295" y="1533187"/>
            <a:ext cx="1377037" cy="365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23178" y="306639"/>
            <a:ext cx="2794576" cy="1113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223178" y="1411865"/>
            <a:ext cx="1370709" cy="691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b="1" sz="850"/>
            </a:lvl1pPr>
            <a:lvl2pPr indent="-2286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709"/>
              <a:buNone/>
              <a:defRPr b="1" sz="709"/>
            </a:lvl2pPr>
            <a:lvl3pPr indent="-2286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b="1" sz="638"/>
            </a:lvl3pPr>
            <a:lvl4pPr indent="-2286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4pPr>
            <a:lvl5pPr indent="-2286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5pPr>
            <a:lvl6pPr indent="-2286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6pPr>
            <a:lvl7pPr indent="-2286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7pPr>
            <a:lvl8pPr indent="-2286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8pPr>
            <a:lvl9pPr indent="-2286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223178" y="2103799"/>
            <a:ext cx="1370709" cy="3094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640295" y="1411865"/>
            <a:ext cx="1377459" cy="691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b="1" sz="850"/>
            </a:lvl1pPr>
            <a:lvl2pPr indent="-2286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709"/>
              <a:buNone/>
              <a:defRPr b="1" sz="709"/>
            </a:lvl2pPr>
            <a:lvl3pPr indent="-2286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b="1" sz="638"/>
            </a:lvl3pPr>
            <a:lvl4pPr indent="-2286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4pPr>
            <a:lvl5pPr indent="-2286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5pPr>
            <a:lvl6pPr indent="-2286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6pPr>
            <a:lvl7pPr indent="-2286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7pPr>
            <a:lvl8pPr indent="-2286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8pPr>
            <a:lvl9pPr indent="-2286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b="1" sz="567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640295" y="2103799"/>
            <a:ext cx="1377459" cy="3094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222756" y="306639"/>
            <a:ext cx="2794576" cy="1113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3178" y="383963"/>
            <a:ext cx="1045013" cy="1343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4"/>
              <a:buFont typeface="Play"/>
              <a:buNone/>
              <a:defRPr sz="113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377459" y="829256"/>
            <a:ext cx="1640295" cy="4092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0609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134"/>
              <a:buChar char="•"/>
              <a:defRPr sz="1134"/>
            </a:lvl1pPr>
            <a:lvl2pPr indent="-291592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992"/>
              <a:buChar char="•"/>
              <a:defRPr sz="992"/>
            </a:lvl2pPr>
            <a:lvl3pPr indent="-282575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 sz="850"/>
            </a:lvl3pPr>
            <a:lvl4pPr indent="-273621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709"/>
              <a:buChar char="•"/>
              <a:defRPr sz="709"/>
            </a:lvl4pPr>
            <a:lvl5pPr indent="-273621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709"/>
              <a:buChar char="•"/>
              <a:defRPr sz="709"/>
            </a:lvl5pPr>
            <a:lvl6pPr indent="-273621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709"/>
              <a:buChar char="•"/>
              <a:defRPr sz="709"/>
            </a:lvl6pPr>
            <a:lvl7pPr indent="-273621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709"/>
              <a:buChar char="•"/>
              <a:defRPr sz="709"/>
            </a:lvl7pPr>
            <a:lvl8pPr indent="-273621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709"/>
              <a:buChar char="•"/>
              <a:defRPr sz="709"/>
            </a:lvl8pPr>
            <a:lvl9pPr indent="-273621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709"/>
              <a:buChar char="•"/>
              <a:defRPr sz="709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223178" y="1727835"/>
            <a:ext cx="1045013" cy="3201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sz="567"/>
            </a:lvl1pPr>
            <a:lvl2pPr indent="-2286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496"/>
              <a:buNone/>
              <a:defRPr sz="496"/>
            </a:lvl2pPr>
            <a:lvl3pPr indent="-2286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425"/>
              <a:buNone/>
              <a:defRPr sz="425"/>
            </a:lvl3pPr>
            <a:lvl4pPr indent="-2286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4pPr>
            <a:lvl5pPr indent="-2286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5pPr>
            <a:lvl6pPr indent="-2286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6pPr>
            <a:lvl7pPr indent="-2286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7pPr>
            <a:lvl8pPr indent="-2286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8pPr>
            <a:lvl9pPr indent="-2286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223178" y="383963"/>
            <a:ext cx="1045013" cy="1343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4"/>
              <a:buFont typeface="Play"/>
              <a:buNone/>
              <a:defRPr sz="113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377459" y="829256"/>
            <a:ext cx="1640295" cy="4092942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223178" y="1727835"/>
            <a:ext cx="1045013" cy="3201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567"/>
              <a:buNone/>
              <a:defRPr sz="567"/>
            </a:lvl1pPr>
            <a:lvl2pPr indent="-2286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496"/>
              <a:buNone/>
              <a:defRPr sz="496"/>
            </a:lvl2pPr>
            <a:lvl3pPr indent="-2286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425"/>
              <a:buNone/>
              <a:defRPr sz="425"/>
            </a:lvl3pPr>
            <a:lvl4pPr indent="-2286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4pPr>
            <a:lvl5pPr indent="-2286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5pPr>
            <a:lvl6pPr indent="-2286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6pPr>
            <a:lvl7pPr indent="-2286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7pPr>
            <a:lvl8pPr indent="-2286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8pPr>
            <a:lvl9pPr indent="-2286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354"/>
              <a:buNone/>
              <a:defRPr sz="354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222756" y="306639"/>
            <a:ext cx="2794576" cy="1113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-207115" y="1963058"/>
            <a:ext cx="3654318" cy="279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227576" y="2397749"/>
            <a:ext cx="4880868" cy="698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189962" y="1719356"/>
            <a:ext cx="4880868" cy="2055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22756" y="306639"/>
            <a:ext cx="2794576" cy="1113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9"/>
              <a:buFont typeface="Play"/>
              <a:buNone/>
              <a:defRPr b="0" i="0" sz="1559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22756" y="1533187"/>
            <a:ext cx="2794576" cy="365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1592" lvl="0" marL="457200" marR="0" rtl="0" algn="l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1"/>
              </a:buClr>
              <a:buSzPts val="992"/>
              <a:buFont typeface="Arial"/>
              <a:buChar char="•"/>
              <a:defRPr b="0" i="0" sz="99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2575" lvl="1" marL="914400" marR="0" rtl="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Char char="•"/>
              <a:defRPr b="0" i="0" sz="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3621" lvl="2" marL="1371600" marR="0" rtl="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709"/>
              <a:buFont typeface="Arial"/>
              <a:buChar char="•"/>
              <a:defRPr b="0" i="0" sz="7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9113" lvl="3" marL="1828800" marR="0" rtl="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Char char="•"/>
              <a:defRPr b="0" i="0" sz="6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69113" lvl="4" marL="2286000" marR="0" rtl="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Char char="•"/>
              <a:defRPr b="0" i="0" sz="6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9113" lvl="5" marL="2743200" marR="0" rtl="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Char char="•"/>
              <a:defRPr b="0" i="0" sz="6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9113" lvl="6" marL="3200400" marR="0" rtl="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Char char="•"/>
              <a:defRPr b="0" i="0" sz="6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9113" lvl="7" marL="3657600" marR="0" rtl="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Char char="•"/>
              <a:defRPr b="0" i="0" sz="6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9113" lvl="8" marL="4114800" marR="0" rtl="0" algn="l">
              <a:lnSpc>
                <a:spcPct val="90000"/>
              </a:lnSpc>
              <a:spcBef>
                <a:spcPts val="177"/>
              </a:spcBef>
              <a:spcAft>
                <a:spcPts val="0"/>
              </a:spcAft>
              <a:buClr>
                <a:schemeClr val="dk1"/>
              </a:buClr>
              <a:buSzPts val="638"/>
              <a:buFont typeface="Arial"/>
              <a:buChar char="•"/>
              <a:defRPr b="0" i="0" sz="6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222756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2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2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2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2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2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2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2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2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25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2494" y="648511"/>
            <a:ext cx="3125215" cy="492444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0199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Descrição gerada automaticamente com confiança média" id="85" name="Google Shape;85;p1"/>
          <p:cNvPicPr preferRelativeResize="0"/>
          <p:nvPr/>
        </p:nvPicPr>
        <p:blipFill rotWithShape="1">
          <a:blip r:embed="rId3">
            <a:alphaModFix/>
          </a:blip>
          <a:srcRect b="21736" l="0" r="36881" t="16108"/>
          <a:stretch/>
        </p:blipFill>
        <p:spPr>
          <a:xfrm>
            <a:off x="1679697" y="38734"/>
            <a:ext cx="1543074" cy="475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Logotipo&#10;&#10;Descrição gerada automaticamente"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36" y="38734"/>
            <a:ext cx="1395845" cy="56717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62498" y="648500"/>
            <a:ext cx="303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Ellas: uma rede social para mulheres do IFRN</a:t>
            </a:r>
            <a:endParaRPr sz="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Autores: </a:t>
            </a:r>
            <a:r>
              <a:rPr lang="pt-BR" sz="1000">
                <a:solidFill>
                  <a:schemeClr val="lt1"/>
                </a:solidFill>
              </a:rPr>
              <a:t>Cynthia Cristina 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-1" y="1372094"/>
            <a:ext cx="1326723" cy="241222"/>
          </a:xfrm>
          <a:prstGeom prst="roundRect">
            <a:avLst>
              <a:gd fmla="val 16667" name="adj"/>
            </a:avLst>
          </a:prstGeom>
          <a:solidFill>
            <a:srgbClr val="0199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3232189"/>
            <a:ext cx="1326723" cy="241222"/>
          </a:xfrm>
          <a:prstGeom prst="roundRect">
            <a:avLst>
              <a:gd fmla="val 16667" name="adj"/>
            </a:avLst>
          </a:prstGeom>
          <a:solidFill>
            <a:srgbClr val="0199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913368" y="1217383"/>
            <a:ext cx="1326723" cy="241222"/>
          </a:xfrm>
          <a:prstGeom prst="roundRect">
            <a:avLst>
              <a:gd fmla="val 16667" name="adj"/>
            </a:avLst>
          </a:prstGeom>
          <a:solidFill>
            <a:srgbClr val="0199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913367" y="3352800"/>
            <a:ext cx="1326723" cy="241222"/>
          </a:xfrm>
          <a:prstGeom prst="roundRect">
            <a:avLst>
              <a:gd fmla="val 16667" name="adj"/>
            </a:avLst>
          </a:prstGeom>
          <a:solidFill>
            <a:srgbClr val="0199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-1" y="5352457"/>
            <a:ext cx="3240089" cy="423416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0199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4636" y="1367095"/>
            <a:ext cx="90781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I. Introdução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34636" y="3234391"/>
            <a:ext cx="12219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II. Metodologia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965746" y="1214884"/>
            <a:ext cx="12219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III. Resultados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983491" y="3357501"/>
            <a:ext cx="12219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IV. Conclusões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-1" y="5345256"/>
            <a:ext cx="122196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Referências: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34625" y="1666875"/>
            <a:ext cx="1377000" cy="11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33425" y="5481650"/>
            <a:ext cx="1623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2024-10-24T14:08:14Z</dcterms:created>
  <dc:creator>Severino Netto</dc:creator>
</cp:coreProperties>
</file>